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8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465671" y="2252662"/>
            <a:ext cx="526065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Slot</a:t>
            </a:r>
            <a:r>
              <a:rPr b="1" i="0" lang="en-US" sz="6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Sync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590925" y="3367087"/>
            <a:ext cx="5010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Peer-to-Peer Tutoring Slot Negotiator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90925" y="4148137"/>
            <a:ext cx="50101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End scheduling chaos. Empower peer learning.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904875" y="302895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Endless back-and-forth messaging.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904875" y="3609975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Frequent double-booked sessions.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04875" y="419100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Unfair tutor time distribution.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30480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6290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2100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Scheduling Chaos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52500" y="258603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Booking: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conflict-free scheduling engine.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46233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Instant Access: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Secure a tutor slot in seconds.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433863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 on Learning: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Less admin, more academics.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776412"/>
            <a:ext cx="2209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26050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34813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3576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241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0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767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Enter </a:t>
            </a:r>
            <a:r>
              <a:rPr b="1" i="0" lang="en-US" sz="3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SlotSync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66975"/>
            <a:ext cx="34290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466975"/>
            <a:ext cx="34290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66975"/>
            <a:ext cx="34290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3657600"/>
            <a:ext cx="18302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Smart Dates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4171950"/>
            <a:ext cx="2647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Date-specific slot creation.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772025" y="3657600"/>
            <a:ext cx="233029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Group Sessions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72025" y="4171950"/>
            <a:ext cx="2647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Configurable max students per slot.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582025" y="3657600"/>
            <a:ext cx="21002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Fairness Caps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582025" y="4171950"/>
            <a:ext cx="2647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Automated weekly limits per student.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0512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2025" y="29051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82025" y="29051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Core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203358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Zero Conflicts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09098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Dynamic Capacity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04875" y="2547937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Prevents double-booking automatically.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04875" y="3128962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availability updates.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04875" y="4605337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slot limits enforced.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04875" y="5186362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Group sizing fully configurable.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776412"/>
            <a:ext cx="20383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25669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1480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6243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52054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3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Scheduling Engine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5736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952500" y="249078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100% Client-Side: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Vanilla HTML5, CSS3, ES6+.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52500" y="346233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Latency: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Serverless persistent localStorage.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52500" y="4433887"/>
            <a:ext cx="4857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Instant Deploy: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Hosted seamlessly on Netlify.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776412"/>
            <a:ext cx="17716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25098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34813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44529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04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198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Under the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Hood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571500" y="289083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4510087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Transparent Tracking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953250" y="3100387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 total hours taught.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953250" y="3633787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Track student session attendance.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953250" y="4167187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Review qualitative tutor ratings.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572250" y="31194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572250" y="36528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572250" y="41862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0" y="3138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36718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420528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Dashboard </a:t>
            </a:r>
            <a:r>
              <a:rPr b="1" i="0" lang="en-US" sz="36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Analytics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/>
        </p:nvSpPr>
        <p:spPr>
          <a:xfrm>
            <a:off x="295275" y="1993701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Future Roadmap &amp; Q&amp;A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3108126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Next: API Integrations &amp; Mobile App.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4041576"/>
            <a:ext cx="11049000" cy="822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GitHub Repository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rPr>
              <a:t>Live Demo: slotsync-p2p.netlify.app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